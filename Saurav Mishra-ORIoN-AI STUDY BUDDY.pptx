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3"/>
  </p:notesMasterIdLst>
  <p:sldIdLst>
    <p:sldId id="256" r:id="rId5"/>
    <p:sldId id="2146847054" r:id="rId6"/>
    <p:sldId id="262" r:id="rId7"/>
    <p:sldId id="263" r:id="rId8"/>
    <p:sldId id="265" r:id="rId9"/>
    <p:sldId id="2146847059" r:id="rId10"/>
    <p:sldId id="2146847060" r:id="rId11"/>
    <p:sldId id="266" r:id="rId12"/>
    <p:sldId id="2146847064" r:id="rId13"/>
    <p:sldId id="267" r:id="rId14"/>
    <p:sldId id="2146847061" r:id="rId15"/>
    <p:sldId id="2146847062" r:id="rId16"/>
    <p:sldId id="2146847063" r:id="rId17"/>
    <p:sldId id="268" r:id="rId18"/>
    <p:sldId id="2146847055" r:id="rId19"/>
    <p:sldId id="269" r:id="rId20"/>
    <p:sldId id="2146847058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9000-firebase-studio-1768879607450.cluster-ikxjzjhlifcwuroomfkjrx437g.cloudworkstations.dev/chat?embedded=0&amp;monospaceUid=663213" TargetMode="External"/><Relationship Id="rId2" Type="http://schemas.openxmlformats.org/officeDocument/2006/relationships/hyperlink" Target="https://github.com/SrvMis/ORIoN-AI-STUDY-BUDDY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0436" y="2114020"/>
            <a:ext cx="7190532" cy="972283"/>
          </a:xfrm>
        </p:spPr>
        <p:txBody>
          <a:bodyPr>
            <a:normAutofit/>
          </a:bodyPr>
          <a:lstStyle/>
          <a:p>
            <a:pPr algn="l"/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IN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AI-Powered Study Buddy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67324" y="1935510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58588"/>
            <a:ext cx="102870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Student Name-  SAURAV MISHRA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College Name-  C.V. RAMAN GLOBAL UNIVERSITY, BBSR   (PASSED OUT)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Department-      ELECTRONICS &amp; TELE-COMMUNICATION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8DF2B-4B02-A475-3CE9-66FF2A74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696" y="587634"/>
            <a:ext cx="1154121" cy="1154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1AE8B-ABC0-C1FA-7D01-0EB36F7930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98" b="6232"/>
          <a:stretch/>
        </p:blipFill>
        <p:spPr>
          <a:xfrm>
            <a:off x="5153025" y="587634"/>
            <a:ext cx="1885950" cy="1154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361363-EBBD-192C-4F9F-557C8AC7C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66051"/>
            <a:ext cx="2459736" cy="80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5CB39-F6AE-77FE-D7AA-264C52EFF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097" y="2247244"/>
            <a:ext cx="835648" cy="787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869529-EC59-21E0-679C-609ACCB2A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8134" y="2263950"/>
            <a:ext cx="865668" cy="81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87" y="1797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3" y="1325563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Problem Statement</a:t>
            </a: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Proposed System/Solution</a:t>
            </a: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Development Approach 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Algorithm &amp; Deployment  </a:t>
            </a:r>
            <a:endParaRPr lang="en-US" sz="2000" b="1" dirty="0">
              <a:solidFill>
                <a:schemeClr val="tx1"/>
              </a:solidFill>
              <a:latin typeface="Arial"/>
              <a:cs typeface="Calibri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Result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Conclusion</a:t>
            </a: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Future Scope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/>
                <a:ea typeface="+mn-lt"/>
                <a:cs typeface="Arial"/>
              </a:rPr>
              <a:t>References</a:t>
            </a: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99C29-2049-2E11-7635-E76D9465F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970" y="2522858"/>
            <a:ext cx="2780685" cy="253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9F1AB2F-1242-F9D2-3A44-AFC9B1F480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212" y="1825406"/>
            <a:ext cx="108975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Passive Learning Methods: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study methods can often be passive and time-consuming, leading to lower engagement.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Immediate Assistance: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often lack on-demand assistance to clarify doubts or explain complex topics instantly outside of classroom hours.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Knowledge 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Creating custom practice quizzes to test specific knowledge areas is difficult and manual.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E1A26-C4AC-DC2D-23D8-45868EC55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209" y="4589525"/>
            <a:ext cx="1981581" cy="1810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405121-E842-892F-6C5B-9FD3188543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403"/>
          <a:stretch/>
        </p:blipFill>
        <p:spPr>
          <a:xfrm>
            <a:off x="9533596" y="597360"/>
            <a:ext cx="1228046" cy="1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2148840"/>
            <a:ext cx="11613485" cy="450251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82A654A-BCCB-563D-54C0-AFDC7EFEE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03" y="1599289"/>
            <a:ext cx="113352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AI Study Companion: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modern web application designed to serve as an intelligent study buddy.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Capabilities: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Topic Explainer: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Instantly explains complex topics or answers questions via a chat interface.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Quiz Generator: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Creates custom multiple-choice quizzes on any topic to test knowledge.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Text Summarizer: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Condenses large bodies of text into key points for easier review.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Creative Story Generator: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imaginative stories to encourage creative thinking.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Text-to-Speech (TTS):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"Read Aloud" functionality for audio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F45598-803C-1923-BB4C-9DA7796DA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1615" y="4308489"/>
            <a:ext cx="1987468" cy="1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9160" y="246208"/>
            <a:ext cx="32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A6FC8-62CC-56B5-7197-CAC305533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3" y="1377100"/>
            <a:ext cx="1088538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Framework: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Next.js 15 (App Router):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fast server-side rendering and a smooth client experience.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19: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building robust UI components.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&amp; Styling: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Utility-first framework for rapid, consistent styling.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ShadCN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Accessible and reusable component library.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Backend: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Genkit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Google’s open-source framework to build and deploy production-ready AI flows.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(gemini-2.5-flash):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generative AI model used for all text, quiz, and story generation tasks.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App Hosting: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Serverless and secure environment for deployment.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D00977-5EF6-9142-9646-8F28EA65B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97" t="6965" r="20498" b="17724"/>
          <a:stretch/>
        </p:blipFill>
        <p:spPr>
          <a:xfrm>
            <a:off x="10294072" y="2414016"/>
            <a:ext cx="1316736" cy="16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F1B99-8CD4-C326-4065-391760DB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182" y="1291385"/>
            <a:ext cx="7545635" cy="49743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92282D-2229-ACF0-FB79-1743874FF44C}"/>
              </a:ext>
            </a:extLst>
          </p:cNvPr>
          <p:cNvSpPr txBox="1"/>
          <p:nvPr/>
        </p:nvSpPr>
        <p:spPr>
          <a:xfrm>
            <a:off x="420624" y="583499"/>
            <a:ext cx="9720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ARCHITECTURE BLUEPRINT</a:t>
            </a:r>
            <a:endParaRPr lang="en-IN" sz="4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27146D-B184-99EA-7100-B166A8429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525" y="4535352"/>
            <a:ext cx="1316850" cy="1664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AA162D-455F-C886-637E-E573183A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535352"/>
            <a:ext cx="1316850" cy="16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5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D46B-3150-139B-8A0B-820FA002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SPECIFICATIONS</a:t>
            </a:r>
            <a:endParaRPr lang="en-IN" sz="4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1BE33-08F0-243E-C5F9-90C4728D0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26" y="1321904"/>
            <a:ext cx="8732118" cy="45701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77814B-4DB7-4759-F3A8-51ED68C4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876" y="4463990"/>
            <a:ext cx="1316850" cy="16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91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4872" y="320973"/>
            <a:ext cx="863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530FD-4CC5-8216-1E0D-5B1B13A35A37}"/>
              </a:ext>
            </a:extLst>
          </p:cNvPr>
          <p:cNvSpPr txBox="1"/>
          <p:nvPr/>
        </p:nvSpPr>
        <p:spPr>
          <a:xfrm>
            <a:off x="538032" y="1682496"/>
            <a:ext cx="11072776" cy="4473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F685B0-834B-5253-AB88-B0AC6C3C2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72" y="1508788"/>
            <a:ext cx="1136904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Flow Implementation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Genkit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A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nswerQuestion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Constructs prompts for Gemini to provide clear, concise explanations.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G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enerateQuiz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structured output prompts to create JSON objects containing questions, options, and answers.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S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ummarizeText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Extracts main ideas to generate coherent summaries.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T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extToSpeech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text into base64 encoded audio using Gemini TTS models.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is deployed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App Hosting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scalability and reliability.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8BA23C-E3F1-7B77-EE5D-CF7692C2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118" y="3264336"/>
            <a:ext cx="1316850" cy="166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EBD8-EA53-797D-71FF-B14CB9D7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4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E6A8D7-F727-E07F-F302-9D2EAD21B1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3272" y="1906521"/>
            <a:ext cx="961948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successfully integrates modern generative AI (Gemini) into a functional educational tool.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Experience: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generate quizzes on-the-fly and receive instant feedback.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texts are summarized effectively, saving study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A6910-A124-1CCD-3C2B-D8E0145D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26" y="4339091"/>
            <a:ext cx="1627689" cy="20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visual output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568" y="194705"/>
            <a:ext cx="232624" cy="416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9F5D9-2440-EA69-528F-366836592DB6}"/>
              </a:ext>
            </a:extLst>
          </p:cNvPr>
          <p:cNvSpPr txBox="1"/>
          <p:nvPr/>
        </p:nvSpPr>
        <p:spPr>
          <a:xfrm>
            <a:off x="464880" y="1323892"/>
            <a:ext cx="361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EXPLAIN A TOPIC: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D2F81E-7D97-A698-50E5-07F477C29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1815442"/>
            <a:ext cx="9101328" cy="459590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E4231C-5ECE-89F3-24CA-36B4456E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231" y="3151559"/>
            <a:ext cx="1316850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CB71-72D1-3719-1BE4-A70A34AC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04" y="393192"/>
            <a:ext cx="2893528" cy="117043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Quiz Generator:</a:t>
            </a:r>
            <a:br>
              <a:rPr lang="en-IN" b="1" i="0" dirty="0">
                <a:solidFill>
                  <a:srgbClr val="030712"/>
                </a:solidFill>
                <a:effectLst/>
                <a:latin typeface="Space Grotesk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BC966-82AE-0AC5-64C1-DFBBE669E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92" y="1389888"/>
            <a:ext cx="9640780" cy="497433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1E516B-4FCE-EA36-386A-9FEA2BEC2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374" y="2868095"/>
            <a:ext cx="1316850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45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C171D-A2A1-9017-4F3A-356FB0E2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90" y="501058"/>
            <a:ext cx="3593770" cy="592246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text- summarizer: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A5F93-D696-DA53-63D7-B82FBE7CE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55" y="1350755"/>
            <a:ext cx="9629813" cy="49037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EC93A7-F516-93AC-57C1-B2618CA0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1095" y="2967401"/>
            <a:ext cx="1316850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0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8FB6-8F81-F87F-2C09-AFC4DD49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62" y="519346"/>
            <a:ext cx="11029616" cy="59224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 story generator: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04EA8-7CA7-A43A-2083-EC80A612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289974"/>
            <a:ext cx="9780116" cy="49828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A9F31C-F032-5F43-BAFC-6B54DF216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959" y="2946154"/>
            <a:ext cx="1316850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40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188CD96-C08E-832D-F2DA-83D89DF6F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047902"/>
            <a:ext cx="111567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Empowering Learners: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empowers users to take control of their learning journey by providing instant, high-quality assistance.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use of Next.js and Firebase ensures a robust, fast, and reliable architecture.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clean UI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ShadCN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/Tailwind) makes the advanced AI features accessible and easy to use.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B4FD9-951E-045E-3B2D-A2886C05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526" y="4107506"/>
            <a:ext cx="1914947" cy="242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02" y="32028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70C586-1C80-7AE1-2012-4FBC39512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02" y="1947993"/>
            <a:ext cx="111940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Learning 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serves as a foundation for adding more complex educational tools.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Learning Paths: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Future updates could track user progress and suggest tailored study materials.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Potential to expand the web app into a native mobile experience for learning on the go.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E71CF-44EC-F576-8D6E-7D971D75D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089" y="4256317"/>
            <a:ext cx="1914310" cy="24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D75493-7DF7-1CF1-214D-9D9DA5672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1734004"/>
            <a:ext cx="81292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Genkit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AI flow structure and implementation.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Next.js 15 Documentation: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App Router and frontend architecture.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generative model capabilities.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Documentation: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App Hosting and deployment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6D5E73-803C-309D-B2D2-5081691D1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590" y="4541310"/>
            <a:ext cx="1560819" cy="19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5" cy="3105382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Git-hub Link : </a:t>
            </a:r>
            <a:r>
              <a:rPr lang="en-IN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ORIoN</a:t>
            </a: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-AI-STUDY-BUDDY By SAURAV MISHRA</a:t>
            </a:r>
            <a:endPara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Link : </a:t>
            </a:r>
            <a:r>
              <a:rPr lang="en-IN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ORIoN</a:t>
            </a:r>
            <a:r>
              <a:rPr lang="en-IN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 - AI STUDY BUDDY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6EEC8-D8F5-9487-8FF0-6B8DDF29A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643" y="4065946"/>
            <a:ext cx="1734381" cy="22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900843"/>
            <a:ext cx="237743" cy="1872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9218" name="Picture 2" descr="Thank you logo Images - Free Download ...">
            <a:extLst>
              <a:ext uri="{FF2B5EF4-FFF2-40B4-BE49-F238E27FC236}">
                <a16:creationId xmlns:a16="http://schemas.microsoft.com/office/drawing/2014/main" id="{E4E0E342-49DA-5E7F-F178-174467643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457" y="1623631"/>
            <a:ext cx="6401086" cy="453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E53A4A-A56A-4AF1-F960-7A151C394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80" y="2898498"/>
            <a:ext cx="1560711" cy="19813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AB6DFD-016B-A1AA-6F17-1A15167EE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909" y="2898498"/>
            <a:ext cx="1560711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1175</TotalTime>
  <Words>647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Franklin Gothic Book</vt:lpstr>
      <vt:lpstr>Franklin Gothic Demi</vt:lpstr>
      <vt:lpstr>Space Grotesk</vt:lpstr>
      <vt:lpstr>Wingdings</vt:lpstr>
      <vt:lpstr>Wingdings 2</vt:lpstr>
      <vt:lpstr>DividendVTI</vt:lpstr>
      <vt:lpstr>  AI-Powered Study Buddy </vt:lpstr>
      <vt:lpstr>OUTLINE</vt:lpstr>
      <vt:lpstr>Problem Statement</vt:lpstr>
      <vt:lpstr>Proposed Solution</vt:lpstr>
      <vt:lpstr>System  Approach</vt:lpstr>
      <vt:lpstr>PowerPoint Presentation</vt:lpstr>
      <vt:lpstr>TECHNICAL SPECIFICATIONS</vt:lpstr>
      <vt:lpstr>Algorithm &amp; Deployment</vt:lpstr>
      <vt:lpstr>result</vt:lpstr>
      <vt:lpstr>visual output</vt:lpstr>
      <vt:lpstr>Quiz Generator: </vt:lpstr>
      <vt:lpstr>Ai text- summarizer:</vt:lpstr>
      <vt:lpstr>Ai- story generator:</vt:lpstr>
      <vt:lpstr>Conclusion</vt:lpstr>
      <vt:lpstr>PowerPoint Presentation</vt:lpstr>
      <vt:lpstr>References</vt:lpstr>
      <vt:lpstr>Github link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Saurav Mishra</cp:lastModifiedBy>
  <cp:revision>40</cp:revision>
  <dcterms:created xsi:type="dcterms:W3CDTF">2021-05-26T16:50:10Z</dcterms:created>
  <dcterms:modified xsi:type="dcterms:W3CDTF">2026-01-20T16:16:06Z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